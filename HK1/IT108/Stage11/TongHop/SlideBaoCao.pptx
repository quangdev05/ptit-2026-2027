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phiếu</c:v>
                </c:pt>
              </c:strCache>
            </c:strRef>
          </c:tx>
          <c:spPr>
            <a:solidFill>
              <a:srgbClr val="296FAB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D1F-441D-AD96-427BF5DEEC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"/>
          <c:min val="0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000" b="1">
                <a:solidFill>
                  <a:srgbClr val="153252"/>
                </a:solidFill>
                <a:latin typeface="Arial"/>
              </a:defRPr>
            </a:pPr>
            <a:r>
              <a:rPr dirty="0"/>
              <a:t>4 </a:t>
            </a:r>
            <a:r>
              <a:rPr dirty="0" err="1"/>
              <a:t>phiếu</a:t>
            </a:r>
            <a:r>
              <a:rPr dirty="0"/>
              <a:t> </a:t>
            </a:r>
            <a:r>
              <a:rPr dirty="0" err="1"/>
              <a:t>mượn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,</a:t>
            </a:r>
            <a:br>
              <a:rPr dirty="0"/>
            </a:b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1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sách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3749039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315468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B0383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359153"/>
            <a:ext cx="33543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53252"/>
                </a:solidFill>
                <a:latin typeface="Arial"/>
              </a:defRPr>
            </a:pP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S099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3154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96775"/>
                </a:solidFill>
                <a:latin typeface="Arial"/>
              </a:defRPr>
            </a:pPr>
            <a:r>
              <a:rPr dirty="0"/>
              <a:t>VLOOKUP + IFERROR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hiểu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40"/>
            <a:ext cx="6949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3252"/>
                </a:solidFill>
                <a:latin typeface="Arial"/>
              </a:defRPr>
            </a:pPr>
            <a:r>
              <a:t>Số phiếu theo tình trạng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26280" y="1664208"/>
          <a:ext cx="7086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45152" y="4224528"/>
            <a:ext cx="6812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6775"/>
                </a:solidFill>
                <a:latin typeface="Arial"/>
              </a:defRPr>
            </a:pPr>
            <a:r>
              <a:rPr dirty="0"/>
              <a:t>Bar: so </a:t>
            </a:r>
            <a:r>
              <a:rPr dirty="0" err="1"/>
              <a:t>sánh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phiếu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tình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26280"/>
            <a:ext cx="11155680" cy="18288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718304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53252"/>
                </a:solidFill>
                <a:latin typeface="Arial"/>
              </a:defRPr>
            </a:pP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3 </a:t>
            </a:r>
            <a:r>
              <a:rPr dirty="0" err="1"/>
              <a:t>lỗi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: ô </a:t>
            </a:r>
            <a:r>
              <a:rPr dirty="0" err="1"/>
              <a:t>gộp</a:t>
            </a:r>
            <a:r>
              <a:rPr dirty="0"/>
              <a:t>,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trống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vùng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  <a:p>
            <a:pPr>
              <a:defRPr sz="1800">
                <a:solidFill>
                  <a:srgbClr val="596775"/>
                </a:solidFill>
                <a:latin typeface="Arial"/>
              </a:defRPr>
            </a:pP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AutoFilter; VLOOKUP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tên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, IFERROR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tồn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15000"/>
            <a:ext cx="11155680" cy="667512"/>
          </a:xfrm>
          <a:prstGeom prst="roundRect">
            <a:avLst/>
          </a:prstGeom>
          <a:solidFill>
            <a:srgbClr val="15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833872"/>
            <a:ext cx="10744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rPr dirty="0"/>
              <a:t>Rule 10/20/30: 1/10 slide (10%)  •  2 </a:t>
            </a:r>
            <a:r>
              <a:rPr dirty="0" err="1"/>
              <a:t>phút</a:t>
            </a:r>
            <a:r>
              <a:rPr dirty="0"/>
              <a:t>/20 </a:t>
            </a:r>
            <a:r>
              <a:rPr dirty="0" err="1"/>
              <a:t>phút</a:t>
            </a:r>
            <a:r>
              <a:rPr dirty="0"/>
              <a:t>  •  </a:t>
            </a:r>
            <a:r>
              <a:rPr dirty="0" err="1"/>
              <a:t>chữ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≥30 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- Hồ sơ đồ án hệ thống quản lý thư viện</dc:title>
  <dc:subject>IT108 - Session 11</dc:subject>
  <dc:creator>Sinh viên năm nhất</dc:creator>
  <cp:keywords/>
  <dc:description>generated using python-pptx</dc:description>
  <cp:lastModifiedBy>Quang Phạm</cp:lastModifiedBy>
  <cp:revision>2</cp:revision>
  <dcterms:created xsi:type="dcterms:W3CDTF">2013-01-27T09:14:16Z</dcterms:created>
  <dcterms:modified xsi:type="dcterms:W3CDTF">2026-10-20T05:03:40Z</dcterms:modified>
  <cp:category/>
</cp:coreProperties>
</file>